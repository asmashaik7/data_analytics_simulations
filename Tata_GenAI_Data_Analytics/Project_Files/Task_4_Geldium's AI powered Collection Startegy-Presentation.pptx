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61" r:id="rId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8"/>
      <p:bold r:id="rId9"/>
      <p:italic r:id="rId10"/>
      <p:boldItalic r:id="rId11"/>
    </p:embeddedFont>
    <p:embeddedFont>
      <p:font typeface="Roboto Slab" pitchFamily="2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1408"/>
  </p:normalViewPr>
  <p:slideViewPr>
    <p:cSldViewPr snapToGrid="0">
      <p:cViewPr varScale="1">
        <p:scale>
          <a:sx n="89" d="100"/>
          <a:sy n="89" d="100"/>
        </p:scale>
        <p:origin x="1282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Inputs</a:t>
            </a:r>
            <a:r>
              <a:rPr lang="en-GB" sz="1600" dirty="0"/>
              <a:t>: What customer data is collected (e.g., demographics, repayment history, credit utilization)?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Decision Logic</a:t>
            </a:r>
            <a:r>
              <a:rPr lang="en-GB" sz="1600" dirty="0"/>
              <a:t>: How are actions determined? Does the system use business rules, model predictions, or both?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Actions</a:t>
            </a:r>
            <a:r>
              <a:rPr lang="en-GB" sz="1600" dirty="0"/>
              <a:t>: What outreach or interventions would be triggered (e.g., payment reminders, hardship offers)?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Learning</a:t>
            </a:r>
            <a:r>
              <a:rPr lang="en-GB" sz="1600" dirty="0"/>
              <a:t>: How will the system track outcomes and improve over time?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  <a:r>
              <a:rPr lang="en-GB" dirty="0"/>
              <a:t>Explain which parts of the system will operate autonomously and which require human oversight. Consider: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Fully automated decisions (e.g., sending a reminder email)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Human-reviewed actions (e.g., offering personalized hardship plans)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sz="1600" dirty="0"/>
              <a:t>List and describe key safeguards you would build into the system to ensure it operates fairly and responsibly,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Fairness checks to prevent biased outcomes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Explainability requirements for transparency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Regulatory compliance with standards like ECOA, GDPR, or local laws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Human-in-the-loop oversight for critical decisions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sz="1600" dirty="0"/>
              <a:t>Summarize in 1-2 slides how your proposed system would benefit </a:t>
            </a:r>
            <a:r>
              <a:rPr lang="en-GB" sz="1600" dirty="0" err="1"/>
              <a:t>Geldium’s</a:t>
            </a:r>
            <a:r>
              <a:rPr lang="en-GB" sz="1600" dirty="0"/>
              <a:t> collections strategy, considering both business and customer outcomes: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Quantitative outcomes:</a:t>
            </a:r>
            <a:r>
              <a:rPr lang="en-GB" sz="1600" dirty="0"/>
              <a:t> Reduced delinquency, increased repayment rates, cost savings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Qualitative outcomes:</a:t>
            </a:r>
            <a:r>
              <a:rPr lang="en-GB" sz="1600" dirty="0"/>
              <a:t> Improved customer trust, enhanced fairness, increased scalability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464</Words>
  <Application>Microsoft Office PowerPoint</Application>
  <PresentationFormat>On-screen Show (16:9)</PresentationFormat>
  <Paragraphs>35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Roboto Slab</vt:lpstr>
      <vt:lpstr>Roboto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jafer miya</cp:lastModifiedBy>
  <cp:revision>3</cp:revision>
  <dcterms:modified xsi:type="dcterms:W3CDTF">2026-06-30T10:02:14Z</dcterms:modified>
</cp:coreProperties>
</file>